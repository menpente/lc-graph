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F97316">
              <a:alpha val="7000"/>
            </a:srgbClr>
          </a:solidFill>
          <a:ln w="12700">
            <a:solidFill>
              <a:srgbClr val="F97316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457200"/>
            <a:ext cx="2011680" cy="201168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AL CDTI · MARZO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administración tiene millones de documentos que los ciudadanos no entienden —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56032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lc-graph los evalúa en segundos.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3337560"/>
            <a:ext cx="2286000" cy="27432"/>
          </a:xfrm>
          <a:prstGeom prst="rect">
            <a:avLst/>
          </a:prstGeom>
          <a:solidFill>
            <a:srgbClr val="CADCFC">
              <a:alpha val="4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474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multi-agente · 41 criterios de lenguaje claro · Modelos IA europeos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0" y="4663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lc-graph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herramientas automatizadas, la calidad comunicativa de la administración es invisible e incorregible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84048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430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— SIN lc-graph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143000"/>
            <a:ext cx="3840480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1430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lc-graph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384048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45920"/>
            <a:ext cx="54864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91640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manual por lingüistas: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semanas por documento, insostenible a escala.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304288"/>
            <a:ext cx="384048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04288"/>
            <a:ext cx="54864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50008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subjetivos: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 métricas objetivas ni trazabilidad de mejora.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962656"/>
            <a:ext cx="384048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62656"/>
            <a:ext cx="54864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008376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rendición de cuentas: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ningún organismo mide la calidad comunicativa de sus documentos.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621024"/>
            <a:ext cx="384048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621024"/>
            <a:ext cx="54864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666744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 Big Tech: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 opción de modelos IA soberanos europeos.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46320" y="1645920"/>
            <a:ext cx="3840480" cy="566928"/>
          </a:xfrm>
          <a:prstGeom prst="rect">
            <a:avLst/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1645920"/>
            <a:ext cx="54864" cy="5669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691640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automática: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41 criterios de lenguaje claro en ~15 segundos.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46320" y="2304288"/>
            <a:ext cx="3840480" cy="566928"/>
          </a:xfrm>
          <a:prstGeom prst="rect">
            <a:avLst/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304288"/>
            <a:ext cx="54864" cy="5669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350008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dimensiones con puntuación: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localización, comprensión, humanización, vocabulario, decisiones.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46320" y="2962656"/>
            <a:ext cx="3840480" cy="566928"/>
          </a:xfrm>
          <a:prstGeom prst="rect">
            <a:avLst/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2962656"/>
            <a:ext cx="54864" cy="5669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008376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objetivas y auditables: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JSON estructurado, compatible con dashboards de cumplimiento.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46320" y="3621024"/>
            <a:ext cx="3840480" cy="566928"/>
          </a:xfrm>
          <a:prstGeom prst="rect">
            <a:avLst/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621024"/>
            <a:ext cx="54864" cy="5669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666744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LLM-agnóstico: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Claude hoy, ALIA o Mistral mañana — sin cambiar arquitectura.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26280" y="1143000"/>
            <a:ext cx="91440" cy="39776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lc-graph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lc-graph escala a toda la administración española con IA soberana y auditable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38912" y="1197864"/>
            <a:ext cx="2651760" cy="1207008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70432"/>
            <a:ext cx="26517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70432"/>
            <a:ext cx="265176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261872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Cloud-native y API-first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" y="1563624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+ MCP server. Se integra en Notific@, portales autonómicos y BOP sin rediseño. Serverless-ready.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1208" y="2121408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1214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27832" y="1197864"/>
            <a:ext cx="2651760" cy="1207008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170432"/>
            <a:ext cx="26517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170432"/>
            <a:ext cx="265176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261872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LLM-agnóstico: 1 línea de config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1563624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de Claude a ALIA (BSC, España) o Mistral (Europa) no requiere tocar la arquitectura del pipeline.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10128" y="2121408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21214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Soberanía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016752" y="1197864"/>
            <a:ext cx="2651760" cy="1207008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89320" y="1170432"/>
            <a:ext cx="26517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89320" y="1170432"/>
            <a:ext cx="265176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99048" y="1261872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Métricas y cumplimiento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99048" y="1563624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objetivos por organismo, tipo documental y período. Dashboards alineados con la Ley de Lenguaje Claro.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99048" y="2121408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99048" y="21214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38912" y="2523744"/>
            <a:ext cx="2651760" cy="1207008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2496312"/>
            <a:ext cx="26517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2496312"/>
            <a:ext cx="265176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" y="2587752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Base investigadora sólida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1208" y="2889504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automáticos contra dataset dorado. Metodología reproducible y publicable. Lista para colaboración universitaria.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1208" y="3447288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" y="34472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I+D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27832" y="2523744"/>
            <a:ext cx="2651760" cy="1207008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2496312"/>
            <a:ext cx="26517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2496312"/>
            <a:ext cx="265176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10128" y="2587752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Alineación con política pública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310128" y="2889504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Apoya la directiva UE de accesibilidad y las guías MAP. Herramienta para administraciones, no consumo masivo.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310128" y="3447288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10128" y="34472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Regulación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016752" y="2523744"/>
            <a:ext cx="2651760" cy="1207008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89320" y="2496312"/>
            <a:ext cx="26517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89320" y="2496312"/>
            <a:ext cx="265176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99048" y="2587752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MVP en producción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099048" y="2889504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producción. Observabilidad con LangSmith. Próximo hito: fine-tuning de modelos europeos con corpus ES anotado.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099048" y="3447288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99048" y="34472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✓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57200" y="4663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compatibles: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103120" y="474573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49424" y="4663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(actual)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886200" y="474573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32504" y="4663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 · BSC España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669280" y="4745736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15584" y="4663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· Europa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452360" y="4745736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98664" y="4663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· open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lc-graph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2026-03-20T09:12:04Z</dcterms:created>
  <dcterms:modified xsi:type="dcterms:W3CDTF">2026-03-20T09:12:04Z</dcterms:modified>
</cp:coreProperties>
</file>